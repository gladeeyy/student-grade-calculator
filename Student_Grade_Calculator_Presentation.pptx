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100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2508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rPr dirty="0"/>
              <a:t>Student Grade Calculator</a:t>
            </a:r>
          </a:p>
          <a:p>
            <a:pPr>
              <a:spcAft>
                <a:spcPts val="2400"/>
              </a:spcAft>
              <a:defRPr sz="2000">
                <a:solidFill>
                  <a:srgbClr val="60A5FA"/>
                </a:solidFill>
              </a:defRPr>
            </a:pPr>
            <a:r>
              <a:rPr dirty="0"/>
              <a:t>Interactive JavaScript &amp; ReactJS Application Development</a:t>
            </a:r>
          </a:p>
          <a:p>
            <a:pPr>
              <a:spcAft>
                <a:spcPts val="3000"/>
              </a:spcAft>
              <a:defRPr sz="1400">
                <a:solidFill>
                  <a:srgbClr val="E2E8F0"/>
                </a:solidFill>
              </a:defRPr>
            </a:pPr>
            <a:r>
              <a:rPr dirty="0"/>
              <a:t>Problem Statement: "Enter marks, calculate total and average, assign grades, and display results."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rPr dirty="0"/>
              <a:t>Course: Full Stack Web Development  |  Class: III CSE — </a:t>
            </a:r>
            <a:r>
              <a:rPr lang="en-US" dirty="0"/>
              <a:t>C</a:t>
            </a:r>
            <a:r>
              <a:rPr dirty="0"/>
              <a:t> Section</a:t>
            </a:r>
            <a:br>
              <a:rPr dirty="0"/>
            </a:br>
            <a:r>
              <a:rPr dirty="0"/>
              <a:t>Submission for Task 2 Self-Learning Evaluation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1. Project Overview &amp; Core Features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Simple, automated marks entry and grade calculation for students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563EB"/>
                </a:solidFill>
              </a:defRPr>
            </a:pPr>
            <a:r>
              <a:t>Project Objective</a:t>
            </a:r>
          </a:p>
          <a:p>
            <a:pPr>
              <a:spcAft>
                <a:spcPts val="2000"/>
              </a:spcAft>
              <a:defRPr sz="1300">
                <a:solidFill>
                  <a:srgbClr val="1E293B"/>
                </a:solidFill>
              </a:defRPr>
            </a:pPr>
            <a:r>
              <a:t>To develop a clean, responsive single-page web application using ReactJS that eliminates manual calculation errors and provides instant academic grade evaluation.</a:t>
            </a:r>
          </a:p>
          <a:p>
            <a:pPr>
              <a:spcAft>
                <a:spcPts val="1000"/>
              </a:spcAft>
              <a:defRPr sz="1800" b="1">
                <a:solidFill>
                  <a:srgbClr val="2563EB"/>
                </a:solidFill>
              </a:defRPr>
            </a:pPr>
            <a:r>
              <a:t>Key Requirements Fulfilled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Interactive React components with JSX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State management using useState &amp; useEffect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Form handling with client-side validation (0 - 100 range)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3 functional pages/views without complex page reloads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Interactive CRUD: Add, Search, Filter, Edit, and Delete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563EB"/>
                </a:solidFill>
              </a:defRPr>
            </a:pPr>
            <a:r>
              <a:t>Core Features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</a:defRPr>
            </a:pPr>
            <a:r>
              <a:t>• Student Details Input: </a:t>
            </a:r>
            <a:r>
              <a:rPr b="0">
                <a:solidFill>
                  <a:srgbClr val="64748B"/>
                </a:solidFill>
              </a:rPr>
              <a:t>Captures Student Full Name and Roll Number with validation.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</a:defRPr>
            </a:pPr>
            <a:r>
              <a:t>• 5 Subject Marks Entry: </a:t>
            </a:r>
            <a:r>
              <a:rPr b="0">
                <a:solidFill>
                  <a:srgbClr val="64748B"/>
                </a:solidFill>
              </a:rPr>
              <a:t>Inputs marks for Web Dev, DBMS, DSA, OS, and Networks.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</a:defRPr>
            </a:pPr>
            <a:r>
              <a:t>• Real-Time Calculations: </a:t>
            </a:r>
            <a:r>
              <a:rPr b="0">
                <a:solidFill>
                  <a:srgbClr val="64748B"/>
                </a:solidFill>
              </a:rPr>
              <a:t>Instantly updates Total (out of 500), Average (%), Grade, and Pass/Fail status as marks are typed.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</a:defRPr>
            </a:pPr>
            <a:r>
              <a:t>• Student Records Directory: </a:t>
            </a:r>
            <a:r>
              <a:rPr b="0">
                <a:solidFill>
                  <a:srgbClr val="64748B"/>
                </a:solidFill>
              </a:rPr>
              <a:t>Saves records in a table with search by name/roll no, filter by grade/status, and edit/delete actions.</a:t>
            </a:r>
          </a:p>
          <a:p>
            <a:pPr>
              <a:spcAft>
                <a:spcPts val="800"/>
              </a:spcAft>
              <a:defRPr sz="1200" b="1">
                <a:solidFill>
                  <a:srgbClr val="1E293B"/>
                </a:solidFill>
              </a:defRPr>
            </a:pPr>
            <a:r>
              <a:t>• Browser Persistence: </a:t>
            </a:r>
            <a:r>
              <a:rPr b="0">
                <a:solidFill>
                  <a:srgbClr val="64748B"/>
                </a:solidFill>
              </a:rPr>
              <a:t>Uses localStorage so student records stay saved on page refresh.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2. Technical Architecture &amp; React Concepts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Clean modular structure designed for easy comprehension and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Modular Components</a:t>
            </a:r>
          </a:p>
          <a:p>
            <a:pPr>
              <a:spcAft>
                <a:spcPts val="800"/>
              </a:spcAft>
              <a:defRPr sz="1100" b="1">
                <a:solidFill>
                  <a:srgbClr val="1E293B"/>
                </a:solidFill>
              </a:defRPr>
            </a:pPr>
            <a:r>
              <a:t>• Navbar.jsx: </a:t>
            </a:r>
            <a:r>
              <a:rPr b="0">
                <a:solidFill>
                  <a:srgbClr val="64748B"/>
                </a:solidFill>
              </a:rPr>
              <a:t>Top menu bar to switch between the 3 functional pages.</a:t>
            </a:r>
          </a:p>
          <a:p>
            <a:pPr>
              <a:spcAft>
                <a:spcPts val="800"/>
              </a:spcAft>
              <a:defRPr sz="1100" b="1">
                <a:solidFill>
                  <a:srgbClr val="1E293B"/>
                </a:solidFill>
              </a:defRPr>
            </a:pPr>
            <a:r>
              <a:t>• GradeCalculator.jsx: </a:t>
            </a:r>
            <a:r>
              <a:rPr b="0">
                <a:solidFill>
                  <a:srgbClr val="64748B"/>
                </a:solidFill>
              </a:rPr>
              <a:t>Form to enter student marks and live results display box.</a:t>
            </a:r>
          </a:p>
          <a:p>
            <a:pPr>
              <a:spcAft>
                <a:spcPts val="800"/>
              </a:spcAft>
              <a:defRPr sz="1100" b="1">
                <a:solidFill>
                  <a:srgbClr val="1E293B"/>
                </a:solidFill>
              </a:defRPr>
            </a:pPr>
            <a:r>
              <a:t>• StudentRecords.jsx: </a:t>
            </a:r>
            <a:r>
              <a:rPr b="0">
                <a:solidFill>
                  <a:srgbClr val="64748B"/>
                </a:solidFill>
              </a:rPr>
              <a:t>Table of saved records with search, filter, edit &amp; delete.</a:t>
            </a:r>
          </a:p>
          <a:p>
            <a:pPr>
              <a:spcAft>
                <a:spcPts val="800"/>
              </a:spcAft>
              <a:defRPr sz="1100" b="1">
                <a:solidFill>
                  <a:srgbClr val="1E293B"/>
                </a:solidFill>
              </a:defRPr>
            </a:pPr>
            <a:r>
              <a:t>• GradingScale.jsx: </a:t>
            </a:r>
            <a:r>
              <a:rPr b="0">
                <a:solidFill>
                  <a:srgbClr val="64748B"/>
                </a:solidFill>
              </a:rPr>
              <a:t>Reference table showing grading rules and cutoffs.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164592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React Hooks Used</a:t>
            </a:r>
          </a:p>
          <a:p>
            <a:pPr>
              <a:spcAft>
                <a:spcPts val="800"/>
              </a:spcAft>
              <a:defRPr sz="1100" b="1">
                <a:solidFill>
                  <a:srgbClr val="1E293B"/>
                </a:solidFill>
              </a:defRPr>
            </a:pPr>
            <a:r>
              <a:t>• useState (Navigation): </a:t>
            </a:r>
            <a:r>
              <a:rPr b="0">
                <a:solidFill>
                  <a:srgbClr val="64748B"/>
                </a:solidFill>
              </a:rPr>
              <a:t>Tracks activePage ('calculator', 'records', 'scale').</a:t>
            </a:r>
          </a:p>
          <a:p>
            <a:pPr>
              <a:spcAft>
                <a:spcPts val="800"/>
              </a:spcAft>
              <a:defRPr sz="1100" b="1">
                <a:solidFill>
                  <a:srgbClr val="1E293B"/>
                </a:solidFill>
              </a:defRPr>
            </a:pPr>
            <a:r>
              <a:t>• useState (Form Data): </a:t>
            </a:r>
            <a:r>
              <a:rPr b="0">
                <a:solidFill>
                  <a:srgbClr val="64748B"/>
                </a:solidFill>
              </a:rPr>
              <a:t>Stores student name, roll number, and 5 subject marks.</a:t>
            </a:r>
          </a:p>
          <a:p>
            <a:pPr>
              <a:spcAft>
                <a:spcPts val="800"/>
              </a:spcAft>
              <a:defRPr sz="1100" b="1">
                <a:solidFill>
                  <a:srgbClr val="1E293B"/>
                </a:solidFill>
              </a:defRPr>
            </a:pPr>
            <a:r>
              <a:t>• useState (Records): </a:t>
            </a:r>
            <a:r>
              <a:rPr b="0">
                <a:solidFill>
                  <a:srgbClr val="64748B"/>
                </a:solidFill>
              </a:rPr>
              <a:t>Maintains the list of all saved student records.</a:t>
            </a:r>
          </a:p>
          <a:p>
            <a:pPr>
              <a:spcAft>
                <a:spcPts val="800"/>
              </a:spcAft>
              <a:defRPr sz="1100" b="1">
                <a:solidFill>
                  <a:srgbClr val="1E293B"/>
                </a:solidFill>
              </a:defRPr>
            </a:pPr>
            <a:r>
              <a:t>• useState (Results): </a:t>
            </a:r>
            <a:r>
              <a:rPr b="0">
                <a:solidFill>
                  <a:srgbClr val="64748B"/>
                </a:solidFill>
              </a:rPr>
              <a:t>Stores computed live total, average, grade, and status.</a:t>
            </a:r>
          </a:p>
          <a:p>
            <a:pPr>
              <a:spcAft>
                <a:spcPts val="800"/>
              </a:spcAft>
              <a:defRPr sz="1100" b="1">
                <a:solidFill>
                  <a:srgbClr val="1E293B"/>
                </a:solidFill>
              </a:defRPr>
            </a:pPr>
            <a:r>
              <a:t>• useEffect (Auto-Compute): </a:t>
            </a:r>
            <a:r>
              <a:rPr b="0">
                <a:solidFill>
                  <a:srgbClr val="64748B"/>
                </a:solidFill>
              </a:rPr>
              <a:t>Re-calculates totals and grades immediately whenever marks change.</a:t>
            </a:r>
          </a:p>
          <a:p>
            <a:pPr>
              <a:spcAft>
                <a:spcPts val="800"/>
              </a:spcAft>
              <a:defRPr sz="1100" b="1">
                <a:solidFill>
                  <a:srgbClr val="1E293B"/>
                </a:solidFill>
              </a:defRPr>
            </a:pPr>
            <a:r>
              <a:t>• useEffect (Storage): </a:t>
            </a:r>
            <a:r>
              <a:rPr b="0">
                <a:solidFill>
                  <a:srgbClr val="64748B"/>
                </a:solidFill>
              </a:rPr>
              <a:t>Saves records to browser localStorage automatically.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64592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Helper Logic (gradeHelper.js)</a:t>
            </a:r>
          </a:p>
          <a:p>
            <a:pPr>
              <a:spcAft>
                <a:spcPts val="800"/>
              </a:spcAft>
              <a:defRPr sz="1100" b="1">
                <a:solidFill>
                  <a:srgbClr val="1E293B"/>
                </a:solidFill>
              </a:defRPr>
            </a:pPr>
            <a:r>
              <a:t>• calculateTotal(): </a:t>
            </a:r>
            <a:r>
              <a:rPr b="0">
                <a:solidFill>
                  <a:srgbClr val="64748B"/>
                </a:solidFill>
              </a:rPr>
              <a:t>Sums all 5 subject marks (maximum 500).</a:t>
            </a:r>
          </a:p>
          <a:p>
            <a:pPr>
              <a:spcAft>
                <a:spcPts val="800"/>
              </a:spcAft>
              <a:defRPr sz="1100" b="1">
                <a:solidFill>
                  <a:srgbClr val="1E293B"/>
                </a:solidFill>
              </a:defRPr>
            </a:pPr>
            <a:r>
              <a:t>• calculateAverage(): </a:t>
            </a:r>
            <a:r>
              <a:rPr b="0">
                <a:solidFill>
                  <a:srgbClr val="64748B"/>
                </a:solidFill>
              </a:rPr>
              <a:t>Divides total marks by 5 to find percentage.</a:t>
            </a:r>
          </a:p>
          <a:p>
            <a:pPr>
              <a:spcAft>
                <a:spcPts val="800"/>
              </a:spcAft>
              <a:defRPr sz="1100" b="1">
                <a:solidFill>
                  <a:srgbClr val="1E293B"/>
                </a:solidFill>
              </a:defRPr>
            </a:pPr>
            <a:r>
              <a:t>• calculateGrade(): </a:t>
            </a:r>
            <a:r>
              <a:rPr b="0">
                <a:solidFill>
                  <a:srgbClr val="64748B"/>
                </a:solidFill>
              </a:rPr>
              <a:t>Maps average % to letter grades (A+ to F).</a:t>
            </a:r>
          </a:p>
          <a:p>
            <a:pPr>
              <a:spcAft>
                <a:spcPts val="800"/>
              </a:spcAft>
              <a:defRPr sz="1100" b="1">
                <a:solidFill>
                  <a:srgbClr val="1E293B"/>
                </a:solidFill>
              </a:defRPr>
            </a:pPr>
            <a:r>
              <a:t>• checkPassStatus(): </a:t>
            </a:r>
            <a:r>
              <a:rPr b="0">
                <a:solidFill>
                  <a:srgbClr val="64748B"/>
                </a:solidFill>
              </a:rPr>
              <a:t>Verifies that every subject has ≥ 50 marks. If any subject &lt; 50, marks status as Fail.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3. Application Workflow &amp; Grading Scheme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Step-by-step user interaction and academic evaluation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Step-by-Step Application Workflow</a:t>
            </a:r>
          </a:p>
          <a:p>
            <a:pPr>
              <a:spcAft>
                <a:spcPts val="800"/>
              </a:spcAft>
              <a:defRPr sz="1150" b="1">
                <a:solidFill>
                  <a:srgbClr val="1E293B"/>
                </a:solidFill>
              </a:defRPr>
            </a:pPr>
            <a:r>
              <a:t>Step 1: Input Details: </a:t>
            </a:r>
            <a:r>
              <a:rPr b="0">
                <a:solidFill>
                  <a:srgbClr val="64748B"/>
                </a:solidFill>
              </a:rPr>
              <a:t>Enter student name, roll number, and 5 subject marks.</a:t>
            </a:r>
          </a:p>
          <a:p>
            <a:pPr>
              <a:spcAft>
                <a:spcPts val="800"/>
              </a:spcAft>
              <a:defRPr sz="1150" b="1">
                <a:solidFill>
                  <a:srgbClr val="1E293B"/>
                </a:solidFill>
              </a:defRPr>
            </a:pPr>
            <a:r>
              <a:t>Step 2: Instant Feedback: </a:t>
            </a:r>
            <a:r>
              <a:rPr b="0">
                <a:solidFill>
                  <a:srgbClr val="64748B"/>
                </a:solidFill>
              </a:rPr>
              <a:t>The live results card calculates Total, Average %, Grade, and Pass/Fail status in real time.</a:t>
            </a:r>
          </a:p>
          <a:p>
            <a:pPr>
              <a:spcAft>
                <a:spcPts val="800"/>
              </a:spcAft>
              <a:defRPr sz="1150" b="1">
                <a:solidFill>
                  <a:srgbClr val="1E293B"/>
                </a:solidFill>
              </a:defRPr>
            </a:pPr>
            <a:r>
              <a:t>Step 3: Validation Check: </a:t>
            </a:r>
            <a:r>
              <a:rPr b="0">
                <a:solidFill>
                  <a:srgbClr val="64748B"/>
                </a:solidFill>
              </a:rPr>
              <a:t>Ensures marks are valid numbers between 0 and 100 and fields are not empty.</a:t>
            </a:r>
          </a:p>
          <a:p>
            <a:pPr>
              <a:spcAft>
                <a:spcPts val="800"/>
              </a:spcAft>
              <a:defRPr sz="1150" b="1">
                <a:solidFill>
                  <a:srgbClr val="1E293B"/>
                </a:solidFill>
              </a:defRPr>
            </a:pPr>
            <a:r>
              <a:t>Step 4: Save to Directory: </a:t>
            </a:r>
            <a:r>
              <a:rPr b="0">
                <a:solidFill>
                  <a:srgbClr val="64748B"/>
                </a:solidFill>
              </a:rPr>
              <a:t>Clicking 'Calculate &amp; Save Record' adds the student to records and opens the directory view.</a:t>
            </a:r>
          </a:p>
          <a:p>
            <a:pPr>
              <a:spcAft>
                <a:spcPts val="800"/>
              </a:spcAft>
              <a:defRPr sz="1150" b="1">
                <a:solidFill>
                  <a:srgbClr val="1E293B"/>
                </a:solidFill>
              </a:defRPr>
            </a:pPr>
            <a:r>
              <a:t>Step 5: Search, Filter &amp; Edit: </a:t>
            </a:r>
            <a:r>
              <a:rPr b="0">
                <a:solidFill>
                  <a:srgbClr val="64748B"/>
                </a:solidFill>
              </a:rPr>
              <a:t>Users can search by name/roll no, filter by grade/status, edit existing records, or delete records.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Standard Grading Scheme</a:t>
            </a:r>
          </a:p>
          <a:p>
            <a:pPr>
              <a:spcAft>
                <a:spcPts val="600"/>
              </a:spcAft>
              <a:defRPr sz="1150" b="0">
                <a:solidFill>
                  <a:srgbClr val="1E293B"/>
                </a:solidFill>
              </a:defRPr>
            </a:pPr>
            <a:r>
              <a:t>• 90% – 100%  ➔  </a:t>
            </a:r>
            <a:r>
              <a:rPr b="1">
                <a:solidFill>
                  <a:srgbClr val="2563EB"/>
                </a:solidFill>
              </a:rPr>
              <a:t>Grade A+ </a:t>
            </a:r>
            <a:r>
              <a:rPr>
                <a:solidFill>
                  <a:srgbClr val="64748B"/>
                </a:solidFill>
              </a:rPr>
              <a:t>(Outstanding / Distinction)</a:t>
            </a:r>
          </a:p>
          <a:p>
            <a:pPr>
              <a:spcAft>
                <a:spcPts val="600"/>
              </a:spcAft>
              <a:defRPr sz="1150" b="0">
                <a:solidFill>
                  <a:srgbClr val="1E293B"/>
                </a:solidFill>
              </a:defRPr>
            </a:pPr>
            <a:r>
              <a:t>• 80% – 89%  ➔  </a:t>
            </a:r>
            <a:r>
              <a:rPr b="1">
                <a:solidFill>
                  <a:srgbClr val="2563EB"/>
                </a:solidFill>
              </a:rPr>
              <a:t>Grade A </a:t>
            </a:r>
            <a:r>
              <a:rPr>
                <a:solidFill>
                  <a:srgbClr val="64748B"/>
                </a:solidFill>
              </a:rPr>
              <a:t>(Excellent)</a:t>
            </a:r>
          </a:p>
          <a:p>
            <a:pPr>
              <a:spcAft>
                <a:spcPts val="600"/>
              </a:spcAft>
              <a:defRPr sz="1150" b="0">
                <a:solidFill>
                  <a:srgbClr val="1E293B"/>
                </a:solidFill>
              </a:defRPr>
            </a:pPr>
            <a:r>
              <a:t>• 70% – 79%  ➔  </a:t>
            </a:r>
            <a:r>
              <a:rPr b="1">
                <a:solidFill>
                  <a:srgbClr val="2563EB"/>
                </a:solidFill>
              </a:rPr>
              <a:t>Grade B </a:t>
            </a:r>
            <a:r>
              <a:rPr>
                <a:solidFill>
                  <a:srgbClr val="64748B"/>
                </a:solidFill>
              </a:rPr>
              <a:t>(Very Good)</a:t>
            </a:r>
          </a:p>
          <a:p>
            <a:pPr>
              <a:spcAft>
                <a:spcPts val="600"/>
              </a:spcAft>
              <a:defRPr sz="1150" b="0">
                <a:solidFill>
                  <a:srgbClr val="1E293B"/>
                </a:solidFill>
              </a:defRPr>
            </a:pPr>
            <a:r>
              <a:t>• 60% – 69%  ➔  </a:t>
            </a:r>
            <a:r>
              <a:rPr b="1">
                <a:solidFill>
                  <a:srgbClr val="2563EB"/>
                </a:solidFill>
              </a:rPr>
              <a:t>Grade C </a:t>
            </a:r>
            <a:r>
              <a:rPr>
                <a:solidFill>
                  <a:srgbClr val="64748B"/>
                </a:solidFill>
              </a:rPr>
              <a:t>(Good / First Class)</a:t>
            </a:r>
          </a:p>
          <a:p>
            <a:pPr>
              <a:spcAft>
                <a:spcPts val="600"/>
              </a:spcAft>
              <a:defRPr sz="1150" b="0">
                <a:solidFill>
                  <a:srgbClr val="1E293B"/>
                </a:solidFill>
              </a:defRPr>
            </a:pPr>
            <a:r>
              <a:t>• 50% – 59%  ➔  </a:t>
            </a:r>
            <a:r>
              <a:rPr b="1">
                <a:solidFill>
                  <a:srgbClr val="2563EB"/>
                </a:solidFill>
              </a:rPr>
              <a:t>Grade D </a:t>
            </a:r>
            <a:r>
              <a:rPr>
                <a:solidFill>
                  <a:srgbClr val="64748B"/>
                </a:solidFill>
              </a:rPr>
              <a:t>(Satisfactory / Second Class)</a:t>
            </a:r>
          </a:p>
          <a:p>
            <a:pPr>
              <a:spcAft>
                <a:spcPts val="600"/>
              </a:spcAft>
              <a:defRPr sz="1150" b="0">
                <a:solidFill>
                  <a:srgbClr val="1E293B"/>
                </a:solidFill>
              </a:defRPr>
            </a:pPr>
            <a:r>
              <a:t>• Below 50%  ➔  </a:t>
            </a:r>
            <a:r>
              <a:rPr b="1">
                <a:solidFill>
                  <a:srgbClr val="2563EB"/>
                </a:solidFill>
              </a:rPr>
              <a:t>Grade F </a:t>
            </a:r>
            <a:r>
              <a:rPr>
                <a:solidFill>
                  <a:srgbClr val="64748B"/>
                </a:solidFill>
              </a:rPr>
              <a:t>(Fail / Re-appear)</a:t>
            </a:r>
          </a:p>
          <a:p>
            <a:br/>
            <a:r>
              <a:t>* Passing Condition: A student must score ≥ 50 marks in each individual subject to pass. Scoring &lt; 50 in even one subject marks the student as 'Fail'.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4. Demonstration, Conclusion &amp; Links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Live project demonstration highlights and submission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Key Demonstration Highlights</a:t>
            </a:r>
          </a:p>
          <a:p>
            <a:pPr>
              <a:spcAft>
                <a:spcPts val="800"/>
              </a:spcAft>
              <a:defRPr sz="1150" b="1">
                <a:solidFill>
                  <a:srgbClr val="1E293B"/>
                </a:solidFill>
              </a:defRPr>
            </a:pPr>
            <a:r>
              <a:t>• Responsive Layout: </a:t>
            </a:r>
            <a:r>
              <a:rPr b="0">
                <a:solidFill>
                  <a:srgbClr val="64748B"/>
                </a:solidFill>
              </a:rPr>
              <a:t>Works cleanly across desktop screens and smaller mobile devices.</a:t>
            </a:r>
          </a:p>
          <a:p>
            <a:pPr>
              <a:spcAft>
                <a:spcPts val="800"/>
              </a:spcAft>
              <a:defRPr sz="1150" b="1">
                <a:solidFill>
                  <a:srgbClr val="1E293B"/>
                </a:solidFill>
              </a:defRPr>
            </a:pPr>
            <a:r>
              <a:t>• No External Clutter: </a:t>
            </a:r>
            <a:r>
              <a:rPr b="0">
                <a:solidFill>
                  <a:srgbClr val="64748B"/>
                </a:solidFill>
              </a:rPr>
              <a:t>Pure ReactJS and CSS without heavy animations or transitions for simple explanation.</a:t>
            </a:r>
          </a:p>
          <a:p>
            <a:pPr>
              <a:spcAft>
                <a:spcPts val="800"/>
              </a:spcAft>
              <a:defRPr sz="1150" b="1">
                <a:solidFill>
                  <a:srgbClr val="1E293B"/>
                </a:solidFill>
              </a:defRPr>
            </a:pPr>
            <a:r>
              <a:t>• Full CRUD Capabilities: </a:t>
            </a:r>
            <a:r>
              <a:rPr b="0">
                <a:solidFill>
                  <a:srgbClr val="64748B"/>
                </a:solidFill>
              </a:rPr>
              <a:t>Create new scorecards, Read/Search directory, Update/Edit marks, and Delete.</a:t>
            </a:r>
          </a:p>
          <a:p>
            <a:pPr>
              <a:spcAft>
                <a:spcPts val="800"/>
              </a:spcAft>
              <a:defRPr sz="1150" b="1">
                <a:solidFill>
                  <a:srgbClr val="1E293B"/>
                </a:solidFill>
              </a:defRPr>
            </a:pPr>
            <a:r>
              <a:t>• Local Persistence: </a:t>
            </a:r>
            <a:r>
              <a:rPr b="0">
                <a:solidFill>
                  <a:srgbClr val="64748B"/>
                </a:solidFill>
              </a:rPr>
              <a:t>Data is safely stored in browser localStorage.</a:t>
            </a:r>
          </a:p>
          <a:p>
            <a:pPr>
              <a:spcAft>
                <a:spcPts val="800"/>
              </a:spcAft>
              <a:defRPr sz="1150" b="1">
                <a:solidFill>
                  <a:srgbClr val="1E293B"/>
                </a:solidFill>
              </a:defRPr>
            </a:pPr>
            <a:r>
              <a:t>• Instant Calculation: </a:t>
            </a:r>
            <a:r>
              <a:rPr b="0">
                <a:solidFill>
                  <a:srgbClr val="64748B"/>
                </a:solidFill>
              </a:rPr>
              <a:t>useEffect eliminates any delay in computing average, total, and letter grades.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Submission Deliverables</a:t>
            </a:r>
          </a:p>
          <a:p>
            <a:pPr>
              <a:spcAft>
                <a:spcPts val="800"/>
              </a:spcAft>
              <a:defRPr sz="1150" b="1">
                <a:solidFill>
                  <a:srgbClr val="1E293B"/>
                </a:solidFill>
              </a:defRPr>
            </a:pPr>
            <a:r>
              <a:t>✔ ReactJS Source Code:</a:t>
            </a:r>
            <a:br/>
            <a:r>
              <a:t>   </a:t>
            </a:r>
            <a:r>
              <a:rPr b="0">
                <a:solidFill>
                  <a:srgbClr val="64748B"/>
                </a:solidFill>
              </a:rPr>
              <a:t>Organized into components, utils, and styles.</a:t>
            </a:r>
          </a:p>
          <a:p>
            <a:pPr>
              <a:spcAft>
                <a:spcPts val="800"/>
              </a:spcAft>
              <a:defRPr sz="1150" b="1">
                <a:solidFill>
                  <a:srgbClr val="1E293B"/>
                </a:solidFill>
              </a:defRPr>
            </a:pPr>
            <a:r>
              <a:t>✔ Public GitHub Repository:</a:t>
            </a:r>
            <a:br/>
            <a:r>
              <a:t>   </a:t>
            </a:r>
            <a:r>
              <a:rPr b="0">
                <a:solidFill>
                  <a:srgbClr val="2563EB"/>
                </a:solidFill>
              </a:rPr>
              <a:t>https://github.com/Gladeeyy/student-grade-calculator</a:t>
            </a:r>
          </a:p>
          <a:p>
            <a:pPr>
              <a:spcAft>
                <a:spcPts val="800"/>
              </a:spcAft>
              <a:defRPr sz="1150" b="1">
                <a:solidFill>
                  <a:srgbClr val="1E293B"/>
                </a:solidFill>
              </a:defRPr>
            </a:pPr>
            <a:r>
              <a:t>✔ Live Development Server:</a:t>
            </a:r>
            <a:br/>
            <a:r>
              <a:t>   </a:t>
            </a:r>
            <a:r>
              <a:rPr b="0">
                <a:solidFill>
                  <a:srgbClr val="2563EB"/>
                </a:solidFill>
              </a:rPr>
              <a:t>Running locally at http://localhost:5173</a:t>
            </a:r>
          </a:p>
          <a:p>
            <a:pPr>
              <a:spcAft>
                <a:spcPts val="800"/>
              </a:spcAft>
              <a:defRPr sz="1150" b="1">
                <a:solidFill>
                  <a:srgbClr val="1E293B"/>
                </a:solidFill>
              </a:defRPr>
            </a:pPr>
            <a:r>
              <a:t>✔ Screenshots Included:</a:t>
            </a:r>
            <a:br/>
            <a:r>
              <a:t>   </a:t>
            </a:r>
            <a:r>
              <a:rPr b="0">
                <a:solidFill>
                  <a:srgbClr val="64748B"/>
                </a:solidFill>
              </a:rPr>
              <a:t>Embedded in README.md and repository</a:t>
            </a:r>
          </a:p>
          <a:p>
            <a:pPr>
              <a:spcAft>
                <a:spcPts val="800"/>
              </a:spcAft>
              <a:defRPr sz="1150" b="1">
                <a:solidFill>
                  <a:srgbClr val="1E293B"/>
                </a:solidFill>
              </a:defRPr>
            </a:pPr>
            <a:r>
              <a:t>✔ PowerPoint Presentation:</a:t>
            </a:r>
            <a:br/>
            <a:r>
              <a:t>   </a:t>
            </a:r>
            <a:r>
              <a:rPr b="0">
                <a:solidFill>
                  <a:srgbClr val="64748B"/>
                </a:solidFill>
              </a:rPr>
              <a:t>5 structured slides prepared for evaluation viva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5. Screenshot: Grade Calculator View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Real-time calculation of total, average, letter grade, and pass/fail status</a:t>
            </a:r>
          </a:p>
        </p:txBody>
      </p:sp>
      <p:pic>
        <p:nvPicPr>
          <p:cNvPr id="3" name="Picture 2" descr="grade-calcul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790" y="1463040"/>
            <a:ext cx="96012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6. Screenshot: Student Records Directory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Interactive table with search by name/roll no, filtering, edit and delete</a:t>
            </a:r>
          </a:p>
        </p:txBody>
      </p:sp>
      <p:pic>
        <p:nvPicPr>
          <p:cNvPr id="3" name="Picture 2" descr="student-reco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790" y="1463040"/>
            <a:ext cx="96012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7. Screenshot: Grading Scheme &amp; Rules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Reference table showing marks percentage cutoffs, assigned grades, and formulas</a:t>
            </a:r>
          </a:p>
        </p:txBody>
      </p:sp>
      <p:pic>
        <p:nvPicPr>
          <p:cNvPr id="3" name="Picture 2" descr="grading-sc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790" y="1463040"/>
            <a:ext cx="9601200" cy="4937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989</Words>
  <Application>Microsoft Office PowerPoint</Application>
  <PresentationFormat>Widescreen</PresentationFormat>
  <Paragraphs>75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Sam Priyan</cp:lastModifiedBy>
  <cp:revision>2</cp:revision>
  <dcterms:created xsi:type="dcterms:W3CDTF">2013-01-27T09:14:16Z</dcterms:created>
  <dcterms:modified xsi:type="dcterms:W3CDTF">2026-09-27T13:54:00Z</dcterms:modified>
  <cp:category/>
</cp:coreProperties>
</file>